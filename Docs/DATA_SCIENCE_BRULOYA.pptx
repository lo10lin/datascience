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Lilita One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font" Target="fonts/LilitaOne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36d200aac_2_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836d200aac_2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36d200aac_2_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836d200aac_2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36d200aac_2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36d200aac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36d200aa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36d200aa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36d200aac_2_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836d200aac_2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467140" y="2272524"/>
            <a:ext cx="4246528" cy="81714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 Rounded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467140" y="3158727"/>
            <a:ext cx="4246527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 rot="498858">
            <a:off x="8515741" y="4673334"/>
            <a:ext cx="4075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5704938" y="1080350"/>
            <a:ext cx="1757161" cy="443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2700"/>
              <a:buFont typeface="Arial Rounded"/>
              <a:buNone/>
              <a:defRPr sz="2700">
                <a:solidFill>
                  <a:srgbClr val="7E683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 rot="498858">
            <a:off x="8515741" y="4673334"/>
            <a:ext cx="4075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5250556" y="1613618"/>
            <a:ext cx="2602338" cy="22345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7E683D"/>
              </a:buClr>
              <a:buSzPts val="2100"/>
              <a:buNone/>
              <a:defRPr>
                <a:solidFill>
                  <a:srgbClr val="7E683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800"/>
              <a:buChar char="•"/>
              <a:defRPr>
                <a:solidFill>
                  <a:srgbClr val="7E683D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500"/>
              <a:buChar char="•"/>
              <a:defRPr>
                <a:solidFill>
                  <a:srgbClr val="7E683D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400"/>
              <a:buChar char="•"/>
              <a:defRPr>
                <a:solidFill>
                  <a:srgbClr val="7E683D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400"/>
              <a:buChar char="•"/>
              <a:defRPr>
                <a:solidFill>
                  <a:srgbClr val="7E683D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Layout" type="obj">
  <p:cSld name="OBJECT">
    <p:bg>
      <p:bgPr>
        <a:solidFill>
          <a:srgbClr val="F5E6C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4635500"/>
            <a:ext cx="9144000" cy="508000"/>
          </a:xfrm>
          <a:custGeom>
            <a:rect b="b" l="l" r="r" t="t"/>
            <a:pathLst>
              <a:path extrusionOk="0" h="677333" w="12192000">
                <a:moveTo>
                  <a:pt x="12192000" y="122863"/>
                </a:moveTo>
                <a:lnTo>
                  <a:pt x="12192000" y="677333"/>
                </a:lnTo>
                <a:lnTo>
                  <a:pt x="0" y="677333"/>
                </a:lnTo>
                <a:lnTo>
                  <a:pt x="0" y="69332"/>
                </a:lnTo>
                <a:cubicBezTo>
                  <a:pt x="1168400" y="312967"/>
                  <a:pt x="2804548" y="278702"/>
                  <a:pt x="3238500" y="255540"/>
                </a:cubicBezTo>
                <a:cubicBezTo>
                  <a:pt x="5000625" y="161488"/>
                  <a:pt x="5784850" y="-132589"/>
                  <a:pt x="7639050" y="69332"/>
                </a:cubicBezTo>
                <a:cubicBezTo>
                  <a:pt x="9657144" y="289098"/>
                  <a:pt x="11233150" y="309072"/>
                  <a:pt x="12192000" y="122863"/>
                </a:cubicBezTo>
                <a:close/>
              </a:path>
            </a:pathLst>
          </a:custGeom>
          <a:solidFill>
            <a:srgbClr val="FBA9AC">
              <a:alpha val="2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/>
          <p:nvPr/>
        </p:nvSpPr>
        <p:spPr>
          <a:xfrm>
            <a:off x="0" y="4767263"/>
            <a:ext cx="9144000" cy="374649"/>
          </a:xfrm>
          <a:custGeom>
            <a:rect b="b" l="l" r="r" t="t"/>
            <a:pathLst>
              <a:path extrusionOk="0" h="499532" w="12192000">
                <a:moveTo>
                  <a:pt x="12192000" y="51074"/>
                </a:moveTo>
                <a:lnTo>
                  <a:pt x="12192000" y="499533"/>
                </a:lnTo>
                <a:lnTo>
                  <a:pt x="0" y="499533"/>
                </a:lnTo>
                <a:lnTo>
                  <a:pt x="0" y="51074"/>
                </a:lnTo>
                <a:cubicBezTo>
                  <a:pt x="1868062" y="133078"/>
                  <a:pt x="3202985" y="119411"/>
                  <a:pt x="3636937" y="102326"/>
                </a:cubicBezTo>
                <a:cubicBezTo>
                  <a:pt x="4408405" y="38261"/>
                  <a:pt x="6339840" y="-61681"/>
                  <a:pt x="7893812" y="51074"/>
                </a:cubicBezTo>
                <a:cubicBezTo>
                  <a:pt x="9447784" y="163830"/>
                  <a:pt x="11406759" y="98056"/>
                  <a:pt x="12192000" y="51074"/>
                </a:cubicBezTo>
                <a:close/>
              </a:path>
            </a:pathLst>
          </a:custGeom>
          <a:solidFill>
            <a:srgbClr val="FBA9A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0" y="0"/>
            <a:ext cx="9144000" cy="1257298"/>
          </a:xfrm>
          <a:custGeom>
            <a:rect b="b" l="l" r="r" t="t"/>
            <a:pathLst>
              <a:path extrusionOk="0" h="1676397" w="12192000">
                <a:moveTo>
                  <a:pt x="12192000" y="0"/>
                </a:moveTo>
                <a:lnTo>
                  <a:pt x="0" y="0"/>
                </a:lnTo>
                <a:lnTo>
                  <a:pt x="0" y="1442995"/>
                </a:lnTo>
                <a:cubicBezTo>
                  <a:pt x="1598143" y="1715539"/>
                  <a:pt x="2027282" y="1728539"/>
                  <a:pt x="4565650" y="1442995"/>
                </a:cubicBezTo>
                <a:cubicBezTo>
                  <a:pt x="5821407" y="1092342"/>
                  <a:pt x="6220435" y="1195324"/>
                  <a:pt x="8004175" y="1519970"/>
                </a:cubicBezTo>
                <a:cubicBezTo>
                  <a:pt x="9944100" y="1873045"/>
                  <a:pt x="11375072" y="1530345"/>
                  <a:pt x="12192000" y="1442995"/>
                </a:cubicBezTo>
                <a:lnTo>
                  <a:pt x="12192000" y="0"/>
                </a:lnTo>
                <a:close/>
              </a:path>
            </a:pathLst>
          </a:custGeom>
          <a:solidFill>
            <a:srgbClr val="FBA9AC">
              <a:alpha val="2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 rot="498858">
            <a:off x="8515741" y="4673334"/>
            <a:ext cx="4075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0" y="0"/>
            <a:ext cx="9144000" cy="1104899"/>
          </a:xfrm>
          <a:custGeom>
            <a:rect b="b" l="l" r="r" t="t"/>
            <a:pathLst>
              <a:path extrusionOk="0" h="1473199" w="12192000">
                <a:moveTo>
                  <a:pt x="12192000" y="0"/>
                </a:moveTo>
                <a:lnTo>
                  <a:pt x="0" y="0"/>
                </a:lnTo>
                <a:lnTo>
                  <a:pt x="0" y="1340486"/>
                </a:lnTo>
                <a:cubicBezTo>
                  <a:pt x="1598143" y="1580845"/>
                  <a:pt x="3727621" y="1440632"/>
                  <a:pt x="4592593" y="1340486"/>
                </a:cubicBezTo>
                <a:cubicBezTo>
                  <a:pt x="4867186" y="1263443"/>
                  <a:pt x="5848865" y="1155590"/>
                  <a:pt x="7578789" y="1340486"/>
                </a:cubicBezTo>
                <a:cubicBezTo>
                  <a:pt x="9308782" y="1525375"/>
                  <a:pt x="11375072" y="1417522"/>
                  <a:pt x="12192000" y="1340486"/>
                </a:cubicBezTo>
                <a:lnTo>
                  <a:pt x="12192000" y="0"/>
                </a:lnTo>
                <a:close/>
              </a:path>
            </a:pathLst>
          </a:custGeom>
          <a:solidFill>
            <a:srgbClr val="FBA9A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628650" y="289300"/>
            <a:ext cx="7886700" cy="526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E683D"/>
              </a:buClr>
              <a:buSzPts val="2100"/>
              <a:buChar char="•"/>
              <a:defRPr>
                <a:solidFill>
                  <a:srgbClr val="7E683D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800"/>
              <a:buChar char="•"/>
              <a:defRPr>
                <a:solidFill>
                  <a:srgbClr val="7E683D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500"/>
              <a:buChar char="•"/>
              <a:defRPr>
                <a:solidFill>
                  <a:srgbClr val="7E683D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400"/>
              <a:buChar char="•"/>
              <a:defRPr>
                <a:solidFill>
                  <a:srgbClr val="7E683D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400"/>
              <a:buChar char="•"/>
              <a:defRPr>
                <a:solidFill>
                  <a:srgbClr val="7E683D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Layout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0" y="0"/>
            <a:ext cx="9144000" cy="1227221"/>
          </a:xfrm>
          <a:custGeom>
            <a:rect b="b" l="l" r="r" t="t"/>
            <a:pathLst>
              <a:path extrusionOk="0" h="2472385" w="12192000">
                <a:moveTo>
                  <a:pt x="1891002" y="2472385"/>
                </a:moveTo>
                <a:lnTo>
                  <a:pt x="0" y="2307561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7561"/>
                </a:lnTo>
                <a:lnTo>
                  <a:pt x="10699085" y="2472385"/>
                </a:lnTo>
                <a:lnTo>
                  <a:pt x="8773336" y="2307561"/>
                </a:lnTo>
                <a:lnTo>
                  <a:pt x="8708553" y="2472385"/>
                </a:lnTo>
                <a:lnTo>
                  <a:pt x="8609055" y="2307561"/>
                </a:lnTo>
                <a:lnTo>
                  <a:pt x="6120881" y="2307561"/>
                </a:lnTo>
                <a:lnTo>
                  <a:pt x="6120881" y="2472385"/>
                </a:lnTo>
                <a:lnTo>
                  <a:pt x="5971590" y="2142732"/>
                </a:lnTo>
                <a:lnTo>
                  <a:pt x="3881534" y="2472385"/>
                </a:lnTo>
                <a:lnTo>
                  <a:pt x="1891002" y="2142732"/>
                </a:lnTo>
                <a:lnTo>
                  <a:pt x="1891002" y="2472385"/>
                </a:lnTo>
                <a:close/>
              </a:path>
            </a:pathLst>
          </a:custGeom>
          <a:solidFill>
            <a:srgbClr val="E8F8C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E68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628650" y="332100"/>
            <a:ext cx="7886700" cy="526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3300"/>
              <a:buFont typeface="Arial Rounded"/>
              <a:buNone/>
              <a:defRPr>
                <a:solidFill>
                  <a:srgbClr val="7E683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 rot="498858">
            <a:off x="8515741" y="4673334"/>
            <a:ext cx="4075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ok Inc. Layout">
  <p:cSld name="Nook Inc. Layout">
    <p:bg>
      <p:bgPr>
        <a:solidFill>
          <a:srgbClr val="F0F6D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 rot="-5400000">
            <a:off x="4202309" y="-3734398"/>
            <a:ext cx="739379" cy="8658225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1014411" y="331566"/>
            <a:ext cx="7500938" cy="526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6DB"/>
              </a:buClr>
              <a:buSzPts val="3300"/>
              <a:buFont typeface="Arial Rounded"/>
              <a:buNone/>
              <a:defRPr>
                <a:solidFill>
                  <a:srgbClr val="F0F6D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628649" y="1369219"/>
            <a:ext cx="7886699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E683D"/>
              </a:buClr>
              <a:buSzPts val="2100"/>
              <a:buChar char="•"/>
              <a:defRPr>
                <a:solidFill>
                  <a:srgbClr val="7E683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800"/>
              <a:buChar char="•"/>
              <a:defRPr>
                <a:solidFill>
                  <a:srgbClr val="7E683D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500"/>
              <a:buChar char="•"/>
              <a:defRPr>
                <a:solidFill>
                  <a:srgbClr val="7E683D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400"/>
              <a:buChar char="•"/>
              <a:defRPr>
                <a:solidFill>
                  <a:srgbClr val="7E683D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E683D"/>
              </a:buClr>
              <a:buSzPts val="1400"/>
              <a:buChar char="•"/>
              <a:defRPr>
                <a:solidFill>
                  <a:srgbClr val="7E683D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 flipH="1" rot="5400000">
            <a:off x="4435076" y="575071"/>
            <a:ext cx="273844" cy="8658225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2">
            <a:alphaModFix/>
          </a:blip>
          <a:srcRect b="0" l="0" r="78203" t="0"/>
          <a:stretch/>
        </p:blipFill>
        <p:spPr>
          <a:xfrm>
            <a:off x="326483" y="276304"/>
            <a:ext cx="604331" cy="636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12" type="sldNum"/>
          </p:nvPr>
        </p:nvSpPr>
        <p:spPr>
          <a:xfrm rot="498858">
            <a:off x="8515741" y="4673334"/>
            <a:ext cx="4075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own">
  <p:cSld name="Brown">
    <p:bg>
      <p:bgPr>
        <a:solidFill>
          <a:srgbClr val="E8DEC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266825" y="332100"/>
            <a:ext cx="7248524" cy="526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3300"/>
              <a:buFont typeface="Arial Rounded"/>
              <a:buNone/>
              <a:defRPr>
                <a:solidFill>
                  <a:srgbClr val="7E683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9"/>
          <p:cNvSpPr/>
          <p:nvPr/>
        </p:nvSpPr>
        <p:spPr>
          <a:xfrm>
            <a:off x="628650" y="332100"/>
            <a:ext cx="526298" cy="526298"/>
          </a:xfrm>
          <a:prstGeom prst="roundRect">
            <a:avLst>
              <a:gd fmla="val 9091" name="adj"/>
            </a:avLst>
          </a:prstGeom>
          <a:solidFill>
            <a:srgbClr val="7E68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9"/>
          <p:cNvCxnSpPr/>
          <p:nvPr/>
        </p:nvCxnSpPr>
        <p:spPr>
          <a:xfrm>
            <a:off x="628650" y="981075"/>
            <a:ext cx="7886699" cy="0"/>
          </a:xfrm>
          <a:prstGeom prst="straightConnector1">
            <a:avLst/>
          </a:prstGeom>
          <a:noFill/>
          <a:ln cap="rnd" cmpd="sng" w="25400">
            <a:solidFill>
              <a:srgbClr val="7E683D"/>
            </a:solidFill>
            <a:prstDash val="lgDash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9"/>
          <p:cNvSpPr/>
          <p:nvPr>
            <p:ph idx="1" type="body"/>
          </p:nvPr>
        </p:nvSpPr>
        <p:spPr>
          <a:xfrm>
            <a:off x="3693319" y="1331122"/>
            <a:ext cx="1757363" cy="2481255"/>
          </a:xfrm>
          <a:prstGeom prst="roundRect">
            <a:avLst>
              <a:gd fmla="val 7619" name="adj"/>
            </a:avLst>
          </a:prstGeom>
          <a:blipFill rotWithShape="1">
            <a:blip r:embed="rId2">
              <a:alphaModFix/>
            </a:blip>
            <a:tile algn="tl" flip="none" tx="0" sx="40000" ty="0" sy="40000"/>
          </a:blipFill>
          <a:ln cap="flat" cmpd="sng" w="889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sx="101000" rotWithShape="0" algn="t" dir="5400000" dist="38100" sy="101000">
              <a:srgbClr val="000000">
                <a:alpha val="14901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9"/>
          <p:cNvSpPr/>
          <p:nvPr>
            <p:ph idx="2" type="body"/>
          </p:nvPr>
        </p:nvSpPr>
        <p:spPr>
          <a:xfrm>
            <a:off x="6288839" y="1331122"/>
            <a:ext cx="1757363" cy="2481255"/>
          </a:xfrm>
          <a:prstGeom prst="roundRect">
            <a:avLst>
              <a:gd fmla="val 7619" name="adj"/>
            </a:avLst>
          </a:prstGeom>
          <a:blipFill rotWithShape="1">
            <a:blip r:embed="rId2">
              <a:alphaModFix/>
            </a:blip>
            <a:tile algn="tl" flip="none" tx="0" sx="40000" ty="0" sy="40000"/>
          </a:blipFill>
          <a:ln cap="flat" cmpd="sng" w="889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sx="101000" rotWithShape="0" algn="t" dir="5400000" dist="38100" sy="101000">
              <a:srgbClr val="000000">
                <a:alpha val="14901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9"/>
          <p:cNvSpPr/>
          <p:nvPr>
            <p:ph idx="3" type="body"/>
          </p:nvPr>
        </p:nvSpPr>
        <p:spPr>
          <a:xfrm>
            <a:off x="1135898" y="1331122"/>
            <a:ext cx="1757363" cy="2481255"/>
          </a:xfrm>
          <a:prstGeom prst="roundRect">
            <a:avLst>
              <a:gd fmla="val 7619" name="adj"/>
            </a:avLst>
          </a:prstGeom>
          <a:blipFill rotWithShape="1">
            <a:blip r:embed="rId2">
              <a:alphaModFix/>
            </a:blip>
            <a:tile algn="tl" flip="none" tx="0" sx="40000" ty="0" sy="40000"/>
          </a:blipFill>
          <a:ln cap="flat" cmpd="sng" w="889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sx="101000" rotWithShape="0" algn="t" dir="5400000" dist="38100" sy="101000">
              <a:srgbClr val="000000">
                <a:alpha val="14901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 rot="498858">
            <a:off x="8515741" y="4673334"/>
            <a:ext cx="4075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Rounded"/>
              <a:buNone/>
              <a:defRPr b="1" i="0" sz="33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1" i="0" sz="2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1" i="0" sz="15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 u="none" cap="none" strike="noStrike">
                <a:solidFill>
                  <a:srgbClr val="888888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900" u="none" cap="none" strike="noStrike">
                <a:solidFill>
                  <a:srgbClr val="888888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 rot="498858">
            <a:off x="8515741" y="4673334"/>
            <a:ext cx="4075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-554806" y="0"/>
            <a:ext cx="431515" cy="431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-554806" y="477748"/>
            <a:ext cx="431515" cy="43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-554806" y="1910991"/>
            <a:ext cx="431515" cy="4315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-554806" y="2388739"/>
            <a:ext cx="431515" cy="4315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-554806" y="2866487"/>
            <a:ext cx="431515" cy="4315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-554806" y="955495"/>
            <a:ext cx="431515" cy="4315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-554806" y="1433243"/>
            <a:ext cx="431515" cy="431515"/>
          </a:xfrm>
          <a:prstGeom prst="rect">
            <a:avLst/>
          </a:prstGeom>
          <a:solidFill>
            <a:srgbClr val="19A9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-554806" y="3344234"/>
            <a:ext cx="431515" cy="431515"/>
          </a:xfrm>
          <a:prstGeom prst="rect">
            <a:avLst/>
          </a:prstGeom>
          <a:solidFill>
            <a:srgbClr val="7E68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-554806" y="3821982"/>
            <a:ext cx="431515" cy="431515"/>
          </a:xfrm>
          <a:prstGeom prst="rect">
            <a:avLst/>
          </a:prstGeom>
          <a:solidFill>
            <a:srgbClr val="F4E6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-554806" y="4299730"/>
            <a:ext cx="431515" cy="431515"/>
          </a:xfrm>
          <a:prstGeom prst="rect">
            <a:avLst/>
          </a:prstGeom>
          <a:solidFill>
            <a:srgbClr val="F0F6D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 rot="-5400000">
            <a:off x="2986086" y="-1014412"/>
            <a:ext cx="3171825" cy="9144000"/>
          </a:xfrm>
          <a:prstGeom prst="rect">
            <a:avLst/>
          </a:prstGeom>
          <a:gradFill>
            <a:gsLst>
              <a:gs pos="0">
                <a:srgbClr val="075D58">
                  <a:alpha val="70980"/>
                </a:srgbClr>
              </a:gs>
              <a:gs pos="100000">
                <a:srgbClr val="222A35">
                  <a:alpha val="0"/>
                </a:srgbClr>
              </a:gs>
            </a:gsLst>
            <a:lin ang="21593999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>
            <p:ph type="ctrTitle"/>
          </p:nvPr>
        </p:nvSpPr>
        <p:spPr>
          <a:xfrm>
            <a:off x="171450" y="3520241"/>
            <a:ext cx="8801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 Rounded"/>
              <a:buNone/>
            </a:pPr>
            <a:r>
              <a:rPr lang="fr" sz="3300"/>
              <a:t>La bonne mascotte</a:t>
            </a:r>
            <a:endParaRPr/>
          </a:p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2448762" y="4367256"/>
            <a:ext cx="4246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fr" sz="1200"/>
              <a:t>Bruno Gomes, Yann Dechaux, Laurent Lin</a:t>
            </a:r>
            <a:endParaRPr sz="1200"/>
          </a:p>
        </p:txBody>
      </p:sp>
      <p:pic>
        <p:nvPicPr>
          <p:cNvPr id="120" name="Google Shape;1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125" y="4667250"/>
            <a:ext cx="1337387" cy="30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rgbClr val="075D58">
                  <a:alpha val="29803"/>
                </a:srgbClr>
              </a:gs>
              <a:gs pos="100000">
                <a:srgbClr val="222A35">
                  <a:alpha val="0"/>
                </a:srgbClr>
              </a:gs>
            </a:gsLst>
            <a:lin ang="21593999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25" y="4675900"/>
            <a:ext cx="1337386" cy="3071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21"/>
          <p:cNvGrpSpPr/>
          <p:nvPr/>
        </p:nvGrpSpPr>
        <p:grpSpPr>
          <a:xfrm>
            <a:off x="168986" y="2148012"/>
            <a:ext cx="4806457" cy="1070005"/>
            <a:chOff x="4965348" y="1569257"/>
            <a:chExt cx="5053577" cy="1125018"/>
          </a:xfrm>
        </p:grpSpPr>
        <p:sp>
          <p:nvSpPr>
            <p:cNvPr id="128" name="Google Shape;128;p21"/>
            <p:cNvSpPr/>
            <p:nvPr/>
          </p:nvSpPr>
          <p:spPr>
            <a:xfrm>
              <a:off x="4965348" y="1906763"/>
              <a:ext cx="1044132" cy="787512"/>
            </a:xfrm>
            <a:custGeom>
              <a:rect b="b" l="l" r="r" t="t"/>
              <a:pathLst>
                <a:path extrusionOk="0" h="787512" w="1044132">
                  <a:moveTo>
                    <a:pt x="9521" y="0"/>
                  </a:moveTo>
                  <a:lnTo>
                    <a:pt x="1034626" y="0"/>
                  </a:lnTo>
                  <a:cubicBezTo>
                    <a:pt x="1039874" y="0"/>
                    <a:pt x="1044133" y="4252"/>
                    <a:pt x="1044133" y="9498"/>
                  </a:cubicBezTo>
                  <a:lnTo>
                    <a:pt x="1044133" y="778014"/>
                  </a:lnTo>
                  <a:cubicBezTo>
                    <a:pt x="1044133" y="783267"/>
                    <a:pt x="1039874" y="787512"/>
                    <a:pt x="1034626" y="787512"/>
                  </a:cubicBezTo>
                  <a:lnTo>
                    <a:pt x="9521" y="787512"/>
                  </a:lnTo>
                  <a:cubicBezTo>
                    <a:pt x="2221" y="787512"/>
                    <a:pt x="-2355" y="779638"/>
                    <a:pt x="1267" y="773303"/>
                  </a:cubicBezTo>
                  <a:lnTo>
                    <a:pt x="215657" y="398471"/>
                  </a:lnTo>
                  <a:cubicBezTo>
                    <a:pt x="217327" y="395551"/>
                    <a:pt x="217327" y="391966"/>
                    <a:pt x="215657" y="389045"/>
                  </a:cubicBezTo>
                  <a:lnTo>
                    <a:pt x="1267" y="14211"/>
                  </a:lnTo>
                  <a:cubicBezTo>
                    <a:pt x="-2355" y="7879"/>
                    <a:pt x="2221" y="0"/>
                    <a:pt x="9521" y="0"/>
                  </a:cubicBezTo>
                  <a:close/>
                </a:path>
              </a:pathLst>
            </a:custGeom>
            <a:solidFill>
              <a:srgbClr val="C7AF4C"/>
            </a:solidFill>
            <a:ln>
              <a:noFill/>
            </a:ln>
          </p:spPr>
          <p:txBody>
            <a:bodyPr anchorCtr="0" anchor="ctr" bIns="49050" lIns="98125" spcFirstLastPara="1" rIns="98125" wrap="square" tIns="49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8974792" y="1906763"/>
              <a:ext cx="1044133" cy="787512"/>
            </a:xfrm>
            <a:custGeom>
              <a:rect b="b" l="l" r="r" t="t"/>
              <a:pathLst>
                <a:path extrusionOk="0" h="787512" w="1044133">
                  <a:moveTo>
                    <a:pt x="1034613" y="0"/>
                  </a:moveTo>
                  <a:lnTo>
                    <a:pt x="9507" y="0"/>
                  </a:lnTo>
                  <a:cubicBezTo>
                    <a:pt x="4259" y="0"/>
                    <a:pt x="0" y="4252"/>
                    <a:pt x="0" y="9498"/>
                  </a:cubicBezTo>
                  <a:lnTo>
                    <a:pt x="0" y="778014"/>
                  </a:lnTo>
                  <a:cubicBezTo>
                    <a:pt x="0" y="783267"/>
                    <a:pt x="4259" y="787512"/>
                    <a:pt x="9507" y="787512"/>
                  </a:cubicBezTo>
                  <a:lnTo>
                    <a:pt x="1034613" y="787512"/>
                  </a:lnTo>
                  <a:cubicBezTo>
                    <a:pt x="1041915" y="787512"/>
                    <a:pt x="1046488" y="779638"/>
                    <a:pt x="1042866" y="773303"/>
                  </a:cubicBezTo>
                  <a:lnTo>
                    <a:pt x="828480" y="398471"/>
                  </a:lnTo>
                  <a:cubicBezTo>
                    <a:pt x="826807" y="395551"/>
                    <a:pt x="826807" y="391966"/>
                    <a:pt x="828480" y="389045"/>
                  </a:cubicBezTo>
                  <a:lnTo>
                    <a:pt x="1042866" y="14211"/>
                  </a:lnTo>
                  <a:cubicBezTo>
                    <a:pt x="1046488" y="7879"/>
                    <a:pt x="1041915" y="0"/>
                    <a:pt x="1034613" y="0"/>
                  </a:cubicBezTo>
                  <a:close/>
                </a:path>
              </a:pathLst>
            </a:custGeom>
            <a:solidFill>
              <a:srgbClr val="C7AF4C"/>
            </a:solidFill>
            <a:ln>
              <a:noFill/>
            </a:ln>
          </p:spPr>
          <p:txBody>
            <a:bodyPr anchorCtr="0" anchor="ctr" bIns="49050" lIns="98125" spcFirstLastPara="1" rIns="98125" wrap="square" tIns="49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5336160" y="1569257"/>
              <a:ext cx="4349484" cy="975021"/>
            </a:xfrm>
            <a:custGeom>
              <a:rect b="b" l="l" r="r" t="t"/>
              <a:pathLst>
                <a:path extrusionOk="0" h="975021" w="4349484">
                  <a:moveTo>
                    <a:pt x="128" y="21174"/>
                  </a:moveTo>
                  <a:cubicBezTo>
                    <a:pt x="-1175" y="9895"/>
                    <a:pt x="7652" y="0"/>
                    <a:pt x="19016" y="0"/>
                  </a:cubicBezTo>
                  <a:lnTo>
                    <a:pt x="4330476" y="0"/>
                  </a:lnTo>
                  <a:cubicBezTo>
                    <a:pt x="4341837" y="0"/>
                    <a:pt x="4350660" y="9895"/>
                    <a:pt x="4349357" y="21174"/>
                  </a:cubicBezTo>
                  <a:lnTo>
                    <a:pt x="4241147" y="958200"/>
                  </a:lnTo>
                  <a:cubicBezTo>
                    <a:pt x="4240035" y="967784"/>
                    <a:pt x="4231916" y="975022"/>
                    <a:pt x="4222256" y="975022"/>
                  </a:cubicBezTo>
                  <a:lnTo>
                    <a:pt x="127235" y="975022"/>
                  </a:lnTo>
                  <a:cubicBezTo>
                    <a:pt x="117578" y="975022"/>
                    <a:pt x="109453" y="967784"/>
                    <a:pt x="108346" y="958200"/>
                  </a:cubicBezTo>
                  <a:lnTo>
                    <a:pt x="128" y="21174"/>
                  </a:lnTo>
                  <a:close/>
                </a:path>
              </a:pathLst>
            </a:custGeom>
            <a:solidFill>
              <a:srgbClr val="FEEA4B"/>
            </a:solidFill>
            <a:ln>
              <a:noFill/>
            </a:ln>
          </p:spPr>
          <p:txBody>
            <a:bodyPr anchorCtr="0" anchor="ctr" bIns="49050" lIns="98125" spcFirstLastPara="1" rIns="98125" wrap="square" tIns="490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3034">
                  <a:solidFill>
                    <a:srgbClr val="7E683D"/>
                  </a:solidFill>
                  <a:latin typeface="Lilita One"/>
                  <a:ea typeface="Lilita One"/>
                  <a:cs typeface="Lilita One"/>
                  <a:sym typeface="Lilita One"/>
                </a:rPr>
                <a:t>Fictive Inc</a:t>
              </a:r>
              <a:endParaRPr sz="1174">
                <a:latin typeface="Lilita One"/>
                <a:ea typeface="Lilita One"/>
                <a:cs typeface="Lilita One"/>
                <a:sym typeface="Lilita One"/>
              </a:endParaRPr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5483985" y="2544278"/>
              <a:ext cx="525496" cy="149997"/>
            </a:xfrm>
            <a:custGeom>
              <a:rect b="b" l="l" r="r" t="t"/>
              <a:pathLst>
                <a:path extrusionOk="0" h="149997" w="525496">
                  <a:moveTo>
                    <a:pt x="525496" y="149997"/>
                  </a:moveTo>
                  <a:lnTo>
                    <a:pt x="0" y="0"/>
                  </a:lnTo>
                  <a:lnTo>
                    <a:pt x="525496" y="0"/>
                  </a:lnTo>
                  <a:lnTo>
                    <a:pt x="525496" y="149997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ctr" bIns="49050" lIns="98125" spcFirstLastPara="1" rIns="98125" wrap="square" tIns="49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1"/>
            <p:cNvSpPr/>
            <p:nvPr/>
          </p:nvSpPr>
          <p:spPr>
            <a:xfrm>
              <a:off x="8974792" y="2544278"/>
              <a:ext cx="525497" cy="149997"/>
            </a:xfrm>
            <a:custGeom>
              <a:rect b="b" l="l" r="r" t="t"/>
              <a:pathLst>
                <a:path extrusionOk="0" h="149997" w="525497">
                  <a:moveTo>
                    <a:pt x="0" y="149997"/>
                  </a:moveTo>
                  <a:lnTo>
                    <a:pt x="525497" y="0"/>
                  </a:lnTo>
                  <a:lnTo>
                    <a:pt x="0" y="0"/>
                  </a:lnTo>
                  <a:lnTo>
                    <a:pt x="0" y="149997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ctr" bIns="49050" lIns="98125" spcFirstLastPara="1" rIns="98125" wrap="square" tIns="49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3433931" y="1323975"/>
            <a:ext cx="5267819" cy="3197045"/>
          </a:xfrm>
          <a:custGeom>
            <a:rect b="b" l="l" r="r" t="t"/>
            <a:pathLst>
              <a:path extrusionOk="0" h="5715000" w="6515098">
                <a:moveTo>
                  <a:pt x="6218763" y="3096884"/>
                </a:moveTo>
                <a:cubicBezTo>
                  <a:pt x="6112781" y="2945603"/>
                  <a:pt x="6112781" y="2751226"/>
                  <a:pt x="6218763" y="2599945"/>
                </a:cubicBezTo>
                <a:cubicBezTo>
                  <a:pt x="6806102" y="1761533"/>
                  <a:pt x="6453564" y="614566"/>
                  <a:pt x="5416473" y="324870"/>
                </a:cubicBezTo>
                <a:cubicBezTo>
                  <a:pt x="3870274" y="-107044"/>
                  <a:pt x="2591345" y="-107978"/>
                  <a:pt x="1073765" y="320224"/>
                </a:cubicBezTo>
                <a:cubicBezTo>
                  <a:pt x="43638" y="610886"/>
                  <a:pt x="-300266" y="1752242"/>
                  <a:pt x="283632" y="2585738"/>
                </a:cubicBezTo>
                <a:lnTo>
                  <a:pt x="296363" y="2603910"/>
                </a:lnTo>
                <a:cubicBezTo>
                  <a:pt x="408404" y="2763845"/>
                  <a:pt x="408404" y="2969328"/>
                  <a:pt x="296363" y="3129263"/>
                </a:cubicBezTo>
                <a:cubicBezTo>
                  <a:pt x="-287536" y="3962758"/>
                  <a:pt x="56368" y="5104114"/>
                  <a:pt x="1086500" y="5394780"/>
                </a:cubicBezTo>
                <a:cubicBezTo>
                  <a:pt x="2604081" y="5822977"/>
                  <a:pt x="3883000" y="5822045"/>
                  <a:pt x="5429209" y="5390130"/>
                </a:cubicBezTo>
                <a:cubicBezTo>
                  <a:pt x="6466289" y="5100433"/>
                  <a:pt x="6818828" y="3953468"/>
                  <a:pt x="6231498" y="3115056"/>
                </a:cubicBezTo>
                <a:lnTo>
                  <a:pt x="6218763" y="3096884"/>
                </a:lnTo>
                <a:close/>
              </a:path>
            </a:pathLst>
          </a:custGeom>
          <a:solidFill>
            <a:srgbClr val="FFFAE4">
              <a:alpha val="5882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628650" y="332100"/>
            <a:ext cx="7886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 Rounded"/>
              <a:buNone/>
            </a:pPr>
            <a:r>
              <a:rPr lang="fr" sz="2700"/>
              <a:t>Récolte des données</a:t>
            </a:r>
            <a:endParaRPr/>
          </a:p>
        </p:txBody>
      </p:sp>
      <p:grpSp>
        <p:nvGrpSpPr>
          <p:cNvPr id="139" name="Google Shape;139;p22"/>
          <p:cNvGrpSpPr/>
          <p:nvPr/>
        </p:nvGrpSpPr>
        <p:grpSpPr>
          <a:xfrm>
            <a:off x="304800" y="1540510"/>
            <a:ext cx="2810904" cy="2869565"/>
            <a:chOff x="220917" y="1864660"/>
            <a:chExt cx="4078257" cy="4163366"/>
          </a:xfrm>
        </p:grpSpPr>
        <p:pic>
          <p:nvPicPr>
            <p:cNvPr id="140" name="Google Shape;140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9067" y="1864660"/>
              <a:ext cx="1703095" cy="2063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86852" y="2197633"/>
              <a:ext cx="1695057" cy="2129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0917" y="3131680"/>
              <a:ext cx="2475682" cy="2475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89726" y="3392743"/>
              <a:ext cx="2609448" cy="26352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4" name="Google Shape;14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84013" y="1663674"/>
            <a:ext cx="3367649" cy="8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75475" y="3202100"/>
            <a:ext cx="1956676" cy="7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 rotWithShape="1">
          <a:blip r:embed="rId9">
            <a:alphaModFix/>
          </a:blip>
          <a:srcRect b="9868" l="9570" r="7283" t="10481"/>
          <a:stretch/>
        </p:blipFill>
        <p:spPr>
          <a:xfrm>
            <a:off x="6413200" y="2704850"/>
            <a:ext cx="1427400" cy="1401450"/>
          </a:xfrm>
          <a:prstGeom prst="rect">
            <a:avLst/>
          </a:prstGeom>
          <a:solidFill>
            <a:srgbClr val="FFFAE4">
              <a:alpha val="58819"/>
            </a:srgbClr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196100" y="284700"/>
            <a:ext cx="7886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2700"/>
              <a:buFont typeface="Arial Rounded"/>
              <a:buNone/>
            </a:pPr>
            <a:r>
              <a:rPr lang="fr" sz="2700"/>
              <a:t>Challenge rencontré</a:t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348821" y="2169065"/>
            <a:ext cx="1859700" cy="1859700"/>
          </a:xfrm>
          <a:prstGeom prst="ellipse">
            <a:avLst/>
          </a:prstGeom>
          <a:solidFill>
            <a:srgbClr val="FEFD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b="41548" l="89436" r="630" t="41149"/>
          <a:stretch/>
        </p:blipFill>
        <p:spPr>
          <a:xfrm>
            <a:off x="700716" y="2425700"/>
            <a:ext cx="1247992" cy="1211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/>
          <p:nvPr/>
        </p:nvSpPr>
        <p:spPr>
          <a:xfrm>
            <a:off x="2821855" y="1498725"/>
            <a:ext cx="5260942" cy="3200400"/>
          </a:xfrm>
          <a:custGeom>
            <a:rect b="b" l="l" r="r" t="t"/>
            <a:pathLst>
              <a:path extrusionOk="0" h="5715000" w="6515098">
                <a:moveTo>
                  <a:pt x="6218763" y="3096884"/>
                </a:moveTo>
                <a:cubicBezTo>
                  <a:pt x="6112781" y="2945603"/>
                  <a:pt x="6112781" y="2751226"/>
                  <a:pt x="6218763" y="2599945"/>
                </a:cubicBezTo>
                <a:cubicBezTo>
                  <a:pt x="6806102" y="1761533"/>
                  <a:pt x="6453564" y="614566"/>
                  <a:pt x="5416473" y="324870"/>
                </a:cubicBezTo>
                <a:cubicBezTo>
                  <a:pt x="3870274" y="-107044"/>
                  <a:pt x="2591345" y="-107978"/>
                  <a:pt x="1073765" y="320224"/>
                </a:cubicBezTo>
                <a:cubicBezTo>
                  <a:pt x="43638" y="610886"/>
                  <a:pt x="-300266" y="1752242"/>
                  <a:pt x="283632" y="2585738"/>
                </a:cubicBezTo>
                <a:lnTo>
                  <a:pt x="296363" y="2603910"/>
                </a:lnTo>
                <a:cubicBezTo>
                  <a:pt x="408404" y="2763845"/>
                  <a:pt x="408404" y="2969328"/>
                  <a:pt x="296363" y="3129263"/>
                </a:cubicBezTo>
                <a:cubicBezTo>
                  <a:pt x="-287536" y="3962758"/>
                  <a:pt x="56368" y="5104114"/>
                  <a:pt x="1086500" y="5394780"/>
                </a:cubicBezTo>
                <a:cubicBezTo>
                  <a:pt x="2604081" y="5822977"/>
                  <a:pt x="3883000" y="5822045"/>
                  <a:pt x="5429209" y="5390130"/>
                </a:cubicBezTo>
                <a:cubicBezTo>
                  <a:pt x="6466289" y="5100433"/>
                  <a:pt x="6818828" y="3953468"/>
                  <a:pt x="6231498" y="3115056"/>
                </a:cubicBezTo>
                <a:lnTo>
                  <a:pt x="6218763" y="3096884"/>
                </a:lnTo>
                <a:close/>
              </a:path>
            </a:pathLst>
          </a:custGeom>
          <a:solidFill>
            <a:srgbClr val="FFFAE4">
              <a:alpha val="58819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350775" y="1878500"/>
            <a:ext cx="3763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2700"/>
              <a:buFont typeface="Arial Rounded"/>
              <a:buNone/>
            </a:pPr>
            <a:r>
              <a:rPr lang="fr" sz="2700"/>
              <a:t>Traduction</a:t>
            </a:r>
            <a:endParaRPr/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5380800" y="2623675"/>
            <a:ext cx="3763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2700"/>
              <a:buFont typeface="Arial Rounded"/>
              <a:buNone/>
            </a:pPr>
            <a:r>
              <a:rPr lang="fr" sz="2700"/>
              <a:t>Batch et IP</a:t>
            </a:r>
            <a:endParaRPr/>
          </a:p>
        </p:txBody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3091225" y="3290600"/>
            <a:ext cx="2085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2700"/>
              <a:buFont typeface="Arial Rounded"/>
              <a:buNone/>
            </a:pPr>
            <a:r>
              <a:rPr lang="fr" sz="2700"/>
              <a:t>Ambiguïté</a:t>
            </a:r>
            <a:endParaRPr/>
          </a:p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6219900" y="3866900"/>
            <a:ext cx="1188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683D"/>
              </a:buClr>
              <a:buSzPts val="2700"/>
              <a:buFont typeface="Arial Rounded"/>
              <a:buNone/>
            </a:pPr>
            <a:r>
              <a:rPr lang="fr" sz="2700"/>
              <a:t>Score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25" y="1853525"/>
            <a:ext cx="11153324" cy="134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>
            <p:ph type="title"/>
          </p:nvPr>
        </p:nvSpPr>
        <p:spPr>
          <a:xfrm>
            <a:off x="1490711" y="2241707"/>
            <a:ext cx="7500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6DB"/>
              </a:buClr>
              <a:buSzPts val="2700"/>
              <a:buFont typeface="Arial Rounded"/>
              <a:buNone/>
            </a:pPr>
            <a:r>
              <a:rPr lang="fr" sz="2700"/>
              <a:t>Les résultats et leur analyse</a:t>
            </a:r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6432"/>
            <a:ext cx="8839200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25" y="3886807"/>
            <a:ext cx="8839200" cy="12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2848875" y="3255375"/>
            <a:ext cx="3584700" cy="12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7200">
                <a:solidFill>
                  <a:srgbClr val="23BE2C"/>
                </a:solidFill>
                <a:latin typeface="Arial Rounded"/>
                <a:ea typeface="Arial Rounded"/>
                <a:cs typeface="Arial Rounded"/>
                <a:sym typeface="Arial Rounded"/>
              </a:rPr>
              <a:t>Demo</a:t>
            </a:r>
            <a:endParaRPr sz="7200">
              <a:solidFill>
                <a:srgbClr val="23BE2C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nimal Crossing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FBBB1"/>
      </a:accent1>
      <a:accent2>
        <a:srgbClr val="23BE2C"/>
      </a:accent2>
      <a:accent3>
        <a:srgbClr val="FFA3AA"/>
      </a:accent3>
      <a:accent4>
        <a:srgbClr val="FECD00"/>
      </a:accent4>
      <a:accent5>
        <a:srgbClr val="9B6731"/>
      </a:accent5>
      <a:accent6>
        <a:srgbClr val="BFE4C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